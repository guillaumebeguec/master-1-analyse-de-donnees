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Style moyen 3 - 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1EBBBCC-DAD2-459C-BE2E-F6DE35CF9A28}" styleName="Style foncé 2 - Accentuation 3/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E171933-4619-4E11-9A3F-F7608DF75F80}" styleName="Style moyen 1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34"/>
    <p:restoredTop sz="91429"/>
  </p:normalViewPr>
  <p:slideViewPr>
    <p:cSldViewPr snapToGrid="0">
      <p:cViewPr>
        <p:scale>
          <a:sx n="98" d="100"/>
          <a:sy n="98" d="100"/>
        </p:scale>
        <p:origin x="14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7A96E9-E8F2-6764-EBFF-9A8208506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B19FBD2-E2E5-F614-B181-9CDA573C9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509AD-A902-93BD-73CE-96371D3C0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2350F0-1F13-20C2-5A2A-AF5E79A5F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C1F2B3-4C75-FBE7-F704-3C033630A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506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186D98-687F-9A08-6909-9C41A276A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6F085F-57C2-6850-C575-FF94B3455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7CFCC0-A278-7CCB-5635-303C1009E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51BF76-6850-5812-AE7C-6C6AF49E0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4D23C8-316B-5B71-F696-15A99819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3362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B02FD5-DF23-6597-51FE-260A4BCF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E9F351-7430-7714-9285-A9B5060AA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66CEA1-ECB9-B4DE-7B42-66122002C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7EDF4A-D71C-47BC-7AB2-420FADF34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CC79FD-C73A-D1C5-2743-603C2474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80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9E2E2B-A278-EEC1-25BF-3F67DDFD9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AB6D72-669E-4C12-7374-2520CBF58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B17CF72-7D18-BA22-7CC1-E62EFFEED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5D00265-1BB0-85DF-C7A1-4B92CEDF5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5E4D81-1426-7DF4-6FEE-F5DFDBA4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62DEFC-2E45-377B-0A0D-0D279445A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824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9104F8-A6CC-A8AE-C1BC-6E9A20935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B823E7-2911-2EA1-2995-700AC89D3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428C326-4813-8BDF-9DF5-4487A2F8D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B5895AF-3F1A-8AB2-E0A9-9E4327A187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C4DB325-F55E-5445-46FC-B97FF39223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85E78CA-9462-9537-06F4-C910F0A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4F49E00-3668-DBA6-3D8B-55CB895EA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EFDEE61-9B9F-8426-76A4-0B67687E3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7141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C69980-348B-2766-4E5E-7EB29E9D7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D274E5-D832-9146-2D9C-3A8ED392D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8F69E2D-0650-9195-6299-540D01549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4A5E513-78EF-5C05-F679-4D6E5CCD9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9720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A65ED94-63A5-F081-D6D3-3484D638C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239DCC-B425-C5C6-A4F9-1B1ED75FB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1E86AC-3FC8-BF72-F832-A4F645AD4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027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E6DF15-B64C-C1F6-B2C3-BBB6A543F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5F3D40-9E17-8BC9-8158-4FF889769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F70CDD5-1CE2-F7D4-7B10-FB7048033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6269DC-7AA2-3E90-5291-B98FA2DDF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7F8693-639F-DA97-89BF-AF7C1B90D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068F9C-6C03-BAF1-A097-861F85FA8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2848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5FD8D5-644A-CA45-7E95-FEF8596B0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1A8D1C0-2592-7DA5-1D59-99EB71DF81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90830B2-D3CC-0653-11AC-68F7F0388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096AA7-E937-FD0D-9AD0-3436E79C1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6671E40-BAE0-06C9-22E8-918AD82F6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ED34CB-DEBF-1C80-7AFB-C25BAE0B2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253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6D47E5-8253-D0DB-82A4-762AEF0C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C5CE87-5F68-1DE4-178E-14936829C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157ABB-6DAA-0F59-6C42-F467F3E62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CFE0F2-789D-6A3F-8F3F-0497DDDB1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D27E86-0DE3-6CE4-FB06-2881A163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4237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182E08F-D394-3DBE-F680-7B12DD7F4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990662E-C163-1E8A-9964-8E230E207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7A5687-E05B-0541-F59F-AAB69AA44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C69A37-506D-7B23-7C41-9144C4444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1B081A-3A20-7B76-5443-D2C2222DB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1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25F2A19-5488-43FA-5067-42841072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CCAD01-A7E2-794B-FF55-21CF79478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345DE2-BF6D-CAD6-8671-207356872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F002B-4647-D148-925C-DACD8FB84438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E6ADA0-0968-4D14-1116-346F7EC81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8B5621-2316-E65E-2224-22E14DAED6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782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ylbarth/data/blob/main/heart.csv" TargetMode="External"/><Relationship Id="rId2" Type="http://schemas.openxmlformats.org/officeDocument/2006/relationships/hyperlink" Target="https://github.com/sylbarth/data/blob/main/ews.csv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ylbarth/data/blob/main/AB_NYC_2019.csv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 descr="Conception abstraite de pétales de fleurs en pastel">
            <a:extLst>
              <a:ext uri="{FF2B5EF4-FFF2-40B4-BE49-F238E27FC236}">
                <a16:creationId xmlns:a16="http://schemas.microsoft.com/office/drawing/2014/main" id="{7E7D1214-9AEF-7E4C-F5FE-938F4737F6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51" r="11201" b="2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6C9CB44-DB53-DCCD-BD8D-3F5ADA171BF5}"/>
              </a:ext>
            </a:extLst>
          </p:cNvPr>
          <p:cNvSpPr txBox="1"/>
          <p:nvPr/>
        </p:nvSpPr>
        <p:spPr>
          <a:xfrm>
            <a:off x="721746" y="3028890"/>
            <a:ext cx="1504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Walbaum Display" panose="02070503090703020303" pitchFamily="18" charset="0"/>
              </a:rPr>
              <a:t>Gwenlake</a:t>
            </a:r>
            <a:endParaRPr lang="fr-FR" sz="2400" dirty="0">
              <a:latin typeface="Walbaum Display" panose="02070503090703020303" pitchFamily="18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B62924-078C-6194-1BF2-CA3580C14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6" y="1780964"/>
            <a:ext cx="11014938" cy="998279"/>
          </a:xfrm>
        </p:spPr>
        <p:txBody>
          <a:bodyPr>
            <a:normAutofit/>
          </a:bodyPr>
          <a:lstStyle/>
          <a:p>
            <a:pPr algn="l"/>
            <a:r>
              <a:rPr lang="fr-FR" sz="6000" dirty="0"/>
              <a:t>Analyse de données</a:t>
            </a:r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3254707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60A0747-87CB-CE13-7E7E-4C685ECE25D1}"/>
              </a:ext>
            </a:extLst>
          </p:cNvPr>
          <p:cNvSpPr/>
          <p:nvPr/>
        </p:nvSpPr>
        <p:spPr>
          <a:xfrm>
            <a:off x="317500" y="342900"/>
            <a:ext cx="11557000" cy="762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DDF4DEE-3B39-1177-F56D-C12141B84018}"/>
              </a:ext>
            </a:extLst>
          </p:cNvPr>
          <p:cNvSpPr txBox="1"/>
          <p:nvPr/>
        </p:nvSpPr>
        <p:spPr>
          <a:xfrm>
            <a:off x="609600" y="462290"/>
            <a:ext cx="5048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Analyse de données – Master 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3D6519D-0D87-FF63-9BDF-F29E32B88C59}"/>
              </a:ext>
            </a:extLst>
          </p:cNvPr>
          <p:cNvSpPr txBox="1"/>
          <p:nvPr/>
        </p:nvSpPr>
        <p:spPr>
          <a:xfrm>
            <a:off x="609600" y="2168163"/>
            <a:ext cx="11264900" cy="2215991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fr-FR" dirty="0"/>
              <a:t>Analyse des liens entre pays et crises économiques</a:t>
            </a:r>
            <a:br>
              <a:rPr lang="fr-FR" dirty="0"/>
            </a:br>
            <a:r>
              <a:rPr lang="fr-FR" dirty="0">
                <a:hlinkClick r:id="rId2"/>
              </a:rPr>
              <a:t>https://github.com/sylbarth/data/blob/main/ews.csv</a:t>
            </a:r>
            <a:endParaRPr lang="fr-FR" dirty="0"/>
          </a:p>
          <a:p>
            <a:pPr>
              <a:spcAft>
                <a:spcPts val="1800"/>
              </a:spcAft>
            </a:pPr>
            <a:r>
              <a:rPr lang="fr-FR" dirty="0"/>
              <a:t>Analyse des problèmes de cœur de patients</a:t>
            </a:r>
            <a:br>
              <a:rPr lang="fr-FR" dirty="0"/>
            </a:br>
            <a:r>
              <a:rPr lang="fr-FR" dirty="0">
                <a:hlinkClick r:id="rId3"/>
              </a:rPr>
              <a:t>https://github.com/sylbarth/data/blob/main/heart.csv</a:t>
            </a:r>
            <a:endParaRPr lang="fr-FR" dirty="0"/>
          </a:p>
          <a:p>
            <a:pPr>
              <a:spcAft>
                <a:spcPts val="1800"/>
              </a:spcAft>
            </a:pPr>
            <a:r>
              <a:rPr lang="fr-FR" dirty="0"/>
              <a:t>Analyse des données de location </a:t>
            </a:r>
            <a:r>
              <a:rPr lang="fr-FR" dirty="0" err="1"/>
              <a:t>AirBnB</a:t>
            </a:r>
            <a:r>
              <a:rPr lang="fr-FR" dirty="0"/>
              <a:t> à New York</a:t>
            </a:r>
            <a:br>
              <a:rPr lang="fr-FR" dirty="0"/>
            </a:br>
            <a:r>
              <a:rPr lang="fr-FR" dirty="0">
                <a:hlinkClick r:id="rId4"/>
              </a:rPr>
              <a:t>https://github.com/sylbarth/data/blob/main/AB_NYC_2019.csv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1C421B-11BC-CA30-8D6F-F5EE79695CDC}"/>
              </a:ext>
            </a:extLst>
          </p:cNvPr>
          <p:cNvSpPr/>
          <p:nvPr/>
        </p:nvSpPr>
        <p:spPr>
          <a:xfrm>
            <a:off x="317500" y="1568117"/>
            <a:ext cx="45719" cy="301531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0669E2-4A81-6A27-9687-65D437BC95FB}"/>
              </a:ext>
            </a:extLst>
          </p:cNvPr>
          <p:cNvSpPr/>
          <p:nvPr/>
        </p:nvSpPr>
        <p:spPr>
          <a:xfrm>
            <a:off x="363219" y="1568118"/>
            <a:ext cx="11511281" cy="482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4581E3B-C78E-E237-B942-FBC198310B0F}"/>
              </a:ext>
            </a:extLst>
          </p:cNvPr>
          <p:cNvSpPr txBox="1"/>
          <p:nvPr/>
        </p:nvSpPr>
        <p:spPr>
          <a:xfrm>
            <a:off x="609600" y="1609363"/>
            <a:ext cx="5755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Liste des projets finaux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7CAB9A-1A1E-71A4-9CCA-E625EA1C33EF}"/>
              </a:ext>
            </a:extLst>
          </p:cNvPr>
          <p:cNvSpPr/>
          <p:nvPr/>
        </p:nvSpPr>
        <p:spPr>
          <a:xfrm>
            <a:off x="317500" y="1568118"/>
            <a:ext cx="11557000" cy="3015311"/>
          </a:xfrm>
          <a:prstGeom prst="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689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94A70-369F-1866-23ED-487D04E4E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6A13503-8F42-2BDA-6905-03C89E3481BF}"/>
              </a:ext>
            </a:extLst>
          </p:cNvPr>
          <p:cNvSpPr/>
          <p:nvPr/>
        </p:nvSpPr>
        <p:spPr>
          <a:xfrm>
            <a:off x="317500" y="342900"/>
            <a:ext cx="11557000" cy="762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1BFC657-0040-8843-480D-15E3875ADE90}"/>
              </a:ext>
            </a:extLst>
          </p:cNvPr>
          <p:cNvSpPr txBox="1"/>
          <p:nvPr/>
        </p:nvSpPr>
        <p:spPr>
          <a:xfrm>
            <a:off x="609600" y="462290"/>
            <a:ext cx="5048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Analyse de données – Master 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96CC96B-E87A-C28B-21BC-C3DB0EEFCF48}"/>
              </a:ext>
            </a:extLst>
          </p:cNvPr>
          <p:cNvSpPr txBox="1"/>
          <p:nvPr/>
        </p:nvSpPr>
        <p:spPr>
          <a:xfrm>
            <a:off x="609600" y="2272696"/>
            <a:ext cx="11264900" cy="138499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Tx/>
              <a:buChar char="-"/>
            </a:pPr>
            <a:r>
              <a:rPr lang="fr-FR" dirty="0"/>
              <a:t>Par groupe de 2, choisir une des thématiques.</a:t>
            </a:r>
          </a:p>
          <a:p>
            <a:pPr marL="285750" indent="-285750">
              <a:spcAft>
                <a:spcPts val="1800"/>
              </a:spcAft>
              <a:buFontTx/>
              <a:buChar char="-"/>
            </a:pPr>
            <a:r>
              <a:rPr lang="fr-FR" dirty="0"/>
              <a:t>Rendu final sous forme de code R + un compte rendu en PDF ou </a:t>
            </a:r>
            <a:r>
              <a:rPr lang="fr-FR" dirty="0" err="1"/>
              <a:t>powerpoint</a:t>
            </a:r>
            <a:r>
              <a:rPr lang="fr-FR" dirty="0"/>
              <a:t>.</a:t>
            </a:r>
          </a:p>
          <a:p>
            <a:pPr marL="285750" indent="-285750">
              <a:spcAft>
                <a:spcPts val="1800"/>
              </a:spcAft>
              <a:buFontTx/>
              <a:buChar char="-"/>
            </a:pPr>
            <a:r>
              <a:rPr lang="fr-FR" dirty="0"/>
              <a:t>Analyse libre qui doit reprendre les points vus en cours.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7FA03E-4C37-8301-2C55-15EC0578457B}"/>
              </a:ext>
            </a:extLst>
          </p:cNvPr>
          <p:cNvSpPr/>
          <p:nvPr/>
        </p:nvSpPr>
        <p:spPr>
          <a:xfrm>
            <a:off x="317500" y="1568118"/>
            <a:ext cx="45719" cy="23115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E05304-DD08-CB28-75D0-20E7E6CB7980}"/>
              </a:ext>
            </a:extLst>
          </p:cNvPr>
          <p:cNvSpPr/>
          <p:nvPr/>
        </p:nvSpPr>
        <p:spPr>
          <a:xfrm>
            <a:off x="363219" y="1568118"/>
            <a:ext cx="11511281" cy="482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30109E9-B72B-5092-0055-6CEFB55A8156}"/>
              </a:ext>
            </a:extLst>
          </p:cNvPr>
          <p:cNvSpPr txBox="1"/>
          <p:nvPr/>
        </p:nvSpPr>
        <p:spPr>
          <a:xfrm>
            <a:off x="609600" y="1609363"/>
            <a:ext cx="5755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Guidelines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891A6D-0170-3846-8E27-C38FC3C30682}"/>
              </a:ext>
            </a:extLst>
          </p:cNvPr>
          <p:cNvSpPr/>
          <p:nvPr/>
        </p:nvSpPr>
        <p:spPr>
          <a:xfrm>
            <a:off x="317500" y="1568119"/>
            <a:ext cx="11557000" cy="2311552"/>
          </a:xfrm>
          <a:prstGeom prst="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81260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12341</TotalTime>
  <Words>140</Words>
  <Application>Microsoft Macintosh PowerPoint</Application>
  <PresentationFormat>Grand écran</PresentationFormat>
  <Paragraphs>12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Walbaum Display</vt:lpstr>
      <vt:lpstr>Thème Office</vt:lpstr>
      <vt:lpstr>Analyse de données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Guillaume BEGUEC</dc:creator>
  <cp:lastModifiedBy>Guillaume BEGUEC</cp:lastModifiedBy>
  <cp:revision>19</cp:revision>
  <dcterms:created xsi:type="dcterms:W3CDTF">2025-09-04T07:29:01Z</dcterms:created>
  <dcterms:modified xsi:type="dcterms:W3CDTF">2025-11-21T16:42:34Z</dcterms:modified>
</cp:coreProperties>
</file>